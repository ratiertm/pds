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PPTX Design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44444"/>
                </a:solidFill>
                <a:latin typeface="Arial"/>
              </a:defRPr>
            </a:pPr>
            <a:r>
              <a:t>30 Modern Design Styles for AI-Powered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PROJECT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  <a:latin typeface="Arial"/>
              </a:defRPr>
            </a:pPr>
            <a:r>
              <a:t>Swiss International Style  ·  2026</a:t>
            </a:r>
          </a:p>
        </p:txBody>
      </p:sp>
      <p:sp>
        <p:nvSpPr>
          <p:cNvPr id="8" name="Oval 7"/>
          <p:cNvSpPr/>
          <p:nvPr/>
        </p:nvSpPr>
        <p:spPr>
          <a:xfrm>
            <a:off x="10515600" y="5303520"/>
            <a:ext cx="1097280" cy="1097280"/>
          </a:xfrm>
          <a:prstGeom prst="ellipse">
            <a:avLst/>
          </a:prstGeom>
          <a:noFill/>
          <a:ln w="254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What Is This?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Claude.ai가 PPTX 프레젠테이션을 만들 때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30가지 모던 디자인 스타일을 적용할 수 있게 하는 AI 스킬입니다.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각 스타일마다 정확한 HEX 색상값, 폰트 페어링,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레이아웃 규칙, 시그니처 요소가 정의되어 있어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매번 일관되고 전문적인 디자인을 보장합니다.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5303520"/>
            <a:ext cx="1097280" cy="1097280"/>
          </a:xfrm>
          <a:prstGeom prst="ellipse">
            <a:avLst/>
          </a:prstGeom>
          <a:noFill/>
          <a:ln w="254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File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스킬 트리거 조건</a:t>
            </a:r>
            <a:br/>
            <a:r>
              <a:t>추천 매트릭스</a:t>
            </a:r>
            <a:br/>
            <a:r>
              <a:t>30개 스타일 목록</a:t>
            </a:r>
            <a:br/>
            <a:r>
              <a:t>제작 원칙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25603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references/styles.md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358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36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30개 스타일 상세 스펙</a:t>
            </a:r>
            <a:br/>
            <a:r>
              <a:t>HEX 색상, 폰트 사이즈</a:t>
            </a:r>
            <a:br/>
            <a:r>
              <a:t>레이아웃 규칙, 피해야 할 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25603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preview/</a:t>
            </a:r>
            <a:br/>
            <a:r>
              <a:t>modern-pptx-designs-30.html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358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36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30개 스타일 미리보기</a:t>
            </a:r>
            <a:br/>
            <a:r>
              <a:t>GitHub Pages 배포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286000"/>
            <a:ext cx="256032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assets/images/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358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36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스타일 프리뷰 이미지 4종</a:t>
            </a:r>
            <a:br/>
            <a:r>
              <a:t>전체 컬렉션 프리뷰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111"/>
                </a:solidFill>
                <a:latin typeface="Arial"/>
              </a:defRPr>
            </a:pPr>
            <a:r>
              <a:t>스타일 식별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사용자가 원하는 스타일을 선택하거나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목적에 맞는 스타일을 추천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926080"/>
            <a:ext cx="274320" cy="228600"/>
          </a:xfrm>
          <a:prstGeom prst="rightArrow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111"/>
                </a:solidFill>
                <a:latin typeface="Arial"/>
              </a:defRPr>
            </a:pPr>
            <a:r>
              <a:t>스펙 참조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references/styles.md에서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해당 스타일의 상세 스펙을 읽음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0960" y="2926080"/>
            <a:ext cx="274320" cy="228600"/>
          </a:xfrm>
          <a:prstGeom prst="rightArrow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51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111"/>
                </a:solidFill>
                <a:latin typeface="Arial"/>
              </a:defRPr>
            </a:pPr>
            <a:r>
              <a:t>PPTX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정확한 HEX, 폰트, 레이아웃을</a:t>
            </a:r>
          </a:p>
          <a:p>
            <a:pPr algn="l">
              <a:spcAft>
                <a:spcPts val="8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적용하여 슬라이드 덱 제작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5303520"/>
            <a:ext cx="1097280" cy="1097280"/>
          </a:xfrm>
          <a:prstGeom prst="ellipse">
            <a:avLst/>
          </a:prstGeom>
          <a:noFill/>
          <a:ln w="254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Style Recommendation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SELECTION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Tech / AI /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Glassmorphism, Aurora Neon</a:t>
            </a:r>
            <a:br/>
            <a:r>
              <a:t>Cyberpunk, SciFi Holographic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Corporate /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Swiss International</a:t>
            </a:r>
            <a:br/>
            <a:r>
              <a:t>Monochrome, Editorial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Education /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Dark Academia</a:t>
            </a:r>
            <a:br/>
            <a:r>
              <a:t>Nordic, Brutalist Newspaper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98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Brand /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Gradient Mesh, Typographic Bold</a:t>
            </a:r>
            <a:br/>
            <a:r>
              <a:t>Duotone, Risograph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98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Product / App /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646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65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Bento Grid, Claymorphism</a:t>
            </a:r>
            <a:br/>
            <a:r>
              <a:t>Pastel Soft UI, Liquid Blob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3383280" cy="1463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GOAL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98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Entertainment / Gaming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646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65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Retro Y2K, Dark Neon Miami</a:t>
            </a:r>
            <a:br/>
            <a:r>
              <a:t>Vaporwave, Memphis Pop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Style Spec: What's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PER-STYLE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배경색 / 그라디언트</a:t>
            </a:r>
            <a:br/>
            <a:r>
              <a:t>HEX 값 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Colors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Primary, Secondary, Accent</a:t>
            </a:r>
            <a:br/>
            <a:r>
              <a:t>정확한 HEX 코드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Fonts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Title &amp; Body 폰트 페어링</a:t>
            </a:r>
            <a:br/>
            <a:r>
              <a:t>사이즈, 볼드 여부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486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슬라이드 구성 방식</a:t>
            </a:r>
            <a:br/>
            <a:r>
              <a:t>그리드, 카드, 정렬 규칙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9768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6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Signature Elements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4748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2486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스타일을 스타일답게 만드는</a:t>
            </a:r>
            <a:br/>
            <a:r>
              <a:t>필수 디자인 요소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297680"/>
            <a:ext cx="338328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48056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SECTION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Avoid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4748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486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이 스타일에서</a:t>
            </a:r>
            <a:br/>
            <a:r>
              <a:t>절대 하면 안 되는 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11111"/>
                </a:solidFill>
                <a:latin typeface="Arial"/>
              </a:defRPr>
            </a:pPr>
            <a:r>
              <a:t>Supported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8000D"/>
                </a:solidFill>
                <a:latin typeface="Courier New"/>
              </a:defRPr>
            </a:pPr>
            <a:r>
              <a:t>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Claude.ai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Project Knowledge에 업로드</a:t>
            </a:r>
            <a:br/>
            <a:r>
              <a:t>SKILL.md + styles.md</a:t>
            </a:r>
            <a:br/>
            <a:r>
              <a:t>→ 자동으로 디자인 스타일 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Gemini Antigravity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로컬 스킬 디렉토리에 심링크</a:t>
            </a:r>
            <a:br/>
            <a:r>
              <a:t>~/.gemini/antigravity/skills/</a:t>
            </a:r>
            <a:br/>
            <a:r>
              <a:t>→ 자동 감지 후 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8000D"/>
                </a:solidFill>
                <a:latin typeface="Courier New"/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70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35808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44444"/>
                </a:solidFill>
                <a:latin typeface="Courier New"/>
              </a:defRPr>
            </a:pPr>
            <a:r>
              <a:t>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rial"/>
              </a:defRPr>
            </a:pPr>
            <a:r>
              <a:t>수동 트리거로 사용</a:t>
            </a:r>
            <a:br/>
            <a:r>
              <a:t>references/styles.md 참조</a:t>
            </a:r>
            <a:br/>
            <a:r>
              <a:t>→ python-pptx로 생성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069848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  <a:latin typeface="Arial"/>
              </a:defRPr>
            </a:pPr>
            <a:r>
              <a:t>Created by TodayCode (오늘코드)  ·  MIT License  ·  github.com/corazzon/pptx-design-styles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303520"/>
            <a:ext cx="1097280" cy="1097280"/>
          </a:xfrm>
          <a:prstGeom prst="ellipse">
            <a:avLst/>
          </a:prstGeom>
          <a:noFill/>
          <a:ln w="2540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4444"/>
                </a:solidFill>
                <a:latin typeface="Courier New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